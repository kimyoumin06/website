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4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7AE5A-3E6B-40AD-A716-0D0DE3DA2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0AEB20-AE92-4DA8-B5FB-15A496C16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D4606-D3CB-4839-BACF-F812E233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F1FB20-1AE0-43C8-ACD7-15364C71E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BD0ED0-598D-45CE-98F4-959AA900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6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61EF9-D940-4340-AAFE-D116B212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AE2391-3E9E-42FD-872B-F0EFD4294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AA8B7-CC7A-4DEE-BEE4-BF39964E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EDA200-BED2-4B18-9A28-A9568B49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54D39E-0F70-41F9-A2D4-5EB28EA6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7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70AE2-E46D-477C-BC4B-0C32D02B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CD8B2D-09E3-4A9F-8A46-C4F2A3237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1C4B72-4EA6-40F2-A6B9-AC1CA5BB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AEC096-4279-420B-9424-35AC828E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6F845F-7322-4C29-A3E5-3F7935EF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04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0B5F8-232D-4DF2-A105-6F7B1ABA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712E77-3C42-4929-A219-7E8931664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4C852-A728-4FA0-9EBB-8CC9B5876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5739F0-8038-4F97-A724-B6878646E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CEC8F2-8892-43CF-9737-D70E0C923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76D400-A482-4395-A274-50767135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96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76A7F-6404-4AC4-AE91-949D69E1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F17C1-A706-49FF-8400-95E32886E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37EC8-BAFE-46D6-930C-40DDBCC0C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53FA8A-10E4-449F-B4F1-004129647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371F1A-27D0-4C41-9277-419EF8241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918B11-FEA5-4503-8B71-ED8278AB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47DAB5-8380-4D33-B51D-146DD3DA7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87A340-5C19-4B7D-8E91-C804FF59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51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7402E-6E47-4F70-9C35-1AD23D41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4DDFA3-D79E-4F85-8E2A-53E0AE75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AC0B40-F9FD-4037-A75E-B95E47C93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21C5BD-C920-4205-8BC5-BF7156C5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55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712F53-214E-4CE0-9FE6-3CEF3BAE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FDEAD6-1BA9-44C0-8BA3-1A68BD783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C9E1BF-2CAF-4AA8-A59B-C4C40213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33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09F6F-AF59-4947-BF01-C2374B0C1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6E8681-40B8-4BD8-ACB6-3BFB0DDA1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EF4143-9991-425F-9CAA-8B4F556A6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A7C1D7-AB00-4C53-A192-2E909691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D11C11-6483-4278-A60F-CEB6166A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03AC42-9EE0-42E5-B999-275CAD25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74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A3EF3-C51E-4BB7-A724-3F417B844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9C4EB0-801C-49D8-B354-436FA4314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45AC36-7E6C-440C-8D6D-F63159915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B1A134-CF51-40D5-A8D2-968BBDDB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C7C717-948D-4261-B67C-8F51FEA5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E9F21E-49B2-4136-80DC-DEE2F75D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29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96AD2-13A2-4D4B-85A7-E42EBC7A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C14620-04C9-4330-B86A-A4989A1DE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45BFA-0219-4E9F-8DF7-001FC20D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42F589-FD4B-47C5-8132-6FFF17D63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02B4F0-EE08-46E1-9D90-45B4A961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21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256420-0BBF-48B5-912E-DA25D0A33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F8631C-11BB-45C3-8A12-4D868374E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C01071-634D-4FE3-9EC7-DA0AD141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71D3BC-8B39-48DE-A49A-80501212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384D71-F9CF-44C2-9630-C892F5D4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13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859F12-046C-4A19-B50A-C4EAF77C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9067B2-74D0-4D8B-B68F-AC4C24178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FC5F6-0C78-44B4-8B1F-92320756A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28981-0C30-486C-AF29-3EECB16DA33B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3E89CD-24C3-44B2-B9CF-D606D6AA2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61B58-BFD0-40EF-B477-A94932E4E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EF6B1-354D-4A02-9E99-DCB6BDED3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91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4648CDE-4A4B-4FDC-BA20-D77A85B2B7E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515080" y="1482007"/>
            <a:ext cx="1" cy="321382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DCE8CC5-3397-405B-B248-7CCE300B7878}"/>
              </a:ext>
            </a:extLst>
          </p:cNvPr>
          <p:cNvCxnSpPr>
            <a:cxnSpLocks/>
          </p:cNvCxnSpPr>
          <p:nvPr/>
        </p:nvCxnSpPr>
        <p:spPr>
          <a:xfrm>
            <a:off x="4957859" y="1500956"/>
            <a:ext cx="1" cy="321382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61FC55A-53A3-414C-8F54-E4D8A0D67DBE}"/>
              </a:ext>
            </a:extLst>
          </p:cNvPr>
          <p:cNvCxnSpPr>
            <a:cxnSpLocks/>
          </p:cNvCxnSpPr>
          <p:nvPr/>
        </p:nvCxnSpPr>
        <p:spPr>
          <a:xfrm>
            <a:off x="6512286" y="1489319"/>
            <a:ext cx="1" cy="321382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B96AF4D9-CDDA-4BAE-B26D-EBB366C42F55}"/>
              </a:ext>
            </a:extLst>
          </p:cNvPr>
          <p:cNvCxnSpPr>
            <a:cxnSpLocks/>
          </p:cNvCxnSpPr>
          <p:nvPr/>
        </p:nvCxnSpPr>
        <p:spPr>
          <a:xfrm>
            <a:off x="7955064" y="1489319"/>
            <a:ext cx="1" cy="321382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80B5032D-79D2-4BAE-873C-585AAD6CAF98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9930975" y="588124"/>
            <a:ext cx="3" cy="946918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300DE781-2F1B-48CE-84D3-C9E7D9B0FF11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1539168" y="588124"/>
            <a:ext cx="0" cy="1427722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F9F3BEF-BDA0-4F03-BB54-B0160D792EF1}"/>
              </a:ext>
            </a:extLst>
          </p:cNvPr>
          <p:cNvCxnSpPr>
            <a:cxnSpLocks/>
          </p:cNvCxnSpPr>
          <p:nvPr/>
        </p:nvCxnSpPr>
        <p:spPr>
          <a:xfrm>
            <a:off x="5735072" y="1167937"/>
            <a:ext cx="1" cy="321382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EE4A6CC-0138-4436-B1D4-D37A8E9744F8}"/>
              </a:ext>
            </a:extLst>
          </p:cNvPr>
          <p:cNvCxnSpPr>
            <a:cxnSpLocks/>
          </p:cNvCxnSpPr>
          <p:nvPr/>
        </p:nvCxnSpPr>
        <p:spPr>
          <a:xfrm>
            <a:off x="5735072" y="588124"/>
            <a:ext cx="1" cy="41196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E93BF23-0CC0-4A4B-875C-8A464D9611FB}"/>
              </a:ext>
            </a:extLst>
          </p:cNvPr>
          <p:cNvSpPr/>
          <p:nvPr/>
        </p:nvSpPr>
        <p:spPr>
          <a:xfrm>
            <a:off x="4808776" y="435616"/>
            <a:ext cx="1852595" cy="3050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쿠키런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8DDA01-2BF1-47A4-B038-126270912C7F}"/>
              </a:ext>
            </a:extLst>
          </p:cNvPr>
          <p:cNvSpPr/>
          <p:nvPr/>
        </p:nvSpPr>
        <p:spPr>
          <a:xfrm>
            <a:off x="612871" y="1000085"/>
            <a:ext cx="1852595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쿠키런</a:t>
            </a:r>
            <a:r>
              <a:rPr lang="ko-KR" altLang="en-US" dirty="0"/>
              <a:t> 소개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3582A4-04C0-4C0D-BE1E-4513C0526328}"/>
              </a:ext>
            </a:extLst>
          </p:cNvPr>
          <p:cNvSpPr/>
          <p:nvPr/>
        </p:nvSpPr>
        <p:spPr>
          <a:xfrm>
            <a:off x="4808776" y="1000084"/>
            <a:ext cx="1852595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예술 소개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E4680B-1FEF-41E4-A927-470CE0C21294}"/>
              </a:ext>
            </a:extLst>
          </p:cNvPr>
          <p:cNvSpPr/>
          <p:nvPr/>
        </p:nvSpPr>
        <p:spPr>
          <a:xfrm>
            <a:off x="9004681" y="1000084"/>
            <a:ext cx="1852595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SNS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F9F0F7-AEF0-48AC-9AD8-940F3B9D8A07}"/>
              </a:ext>
            </a:extLst>
          </p:cNvPr>
          <p:cNvSpPr/>
          <p:nvPr/>
        </p:nvSpPr>
        <p:spPr>
          <a:xfrm>
            <a:off x="2960855" y="1803389"/>
            <a:ext cx="1108451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샌드아트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412FAA-821D-4FC3-947D-513FF98C6DBF}"/>
              </a:ext>
            </a:extLst>
          </p:cNvPr>
          <p:cNvSpPr/>
          <p:nvPr/>
        </p:nvSpPr>
        <p:spPr>
          <a:xfrm>
            <a:off x="4403634" y="1803389"/>
            <a:ext cx="1108451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나전칠기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5F5E0D-B67F-4F59-8F27-F93A20AB8FF4}"/>
              </a:ext>
            </a:extLst>
          </p:cNvPr>
          <p:cNvSpPr/>
          <p:nvPr/>
        </p:nvSpPr>
        <p:spPr>
          <a:xfrm>
            <a:off x="5958061" y="1803389"/>
            <a:ext cx="1108451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분청사기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BEBC53-D052-4460-8389-D4851D716CF6}"/>
              </a:ext>
            </a:extLst>
          </p:cNvPr>
          <p:cNvSpPr/>
          <p:nvPr/>
        </p:nvSpPr>
        <p:spPr>
          <a:xfrm>
            <a:off x="7400839" y="1803389"/>
            <a:ext cx="1108451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금박공예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FBEFDF-3B48-4DD1-8B5B-03971FF325C7}"/>
              </a:ext>
            </a:extLst>
          </p:cNvPr>
          <p:cNvSpPr/>
          <p:nvPr/>
        </p:nvSpPr>
        <p:spPr>
          <a:xfrm>
            <a:off x="2960855" y="4283272"/>
            <a:ext cx="1108451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전통 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4E19D1-53E0-4CE2-9414-FCB131C3FFF1}"/>
              </a:ext>
            </a:extLst>
          </p:cNvPr>
          <p:cNvSpPr/>
          <p:nvPr/>
        </p:nvSpPr>
        <p:spPr>
          <a:xfrm>
            <a:off x="4403634" y="4283272"/>
            <a:ext cx="1108451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화각장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C6374-BB61-4E7A-8A18-6D4D7932F52C}"/>
              </a:ext>
            </a:extLst>
          </p:cNvPr>
          <p:cNvSpPr/>
          <p:nvPr/>
        </p:nvSpPr>
        <p:spPr>
          <a:xfrm>
            <a:off x="5958061" y="4283272"/>
            <a:ext cx="1108451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낙화장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A3B8B2-8FDC-425E-A1B3-C542570C9348}"/>
              </a:ext>
            </a:extLst>
          </p:cNvPr>
          <p:cNvSpPr/>
          <p:nvPr/>
        </p:nvSpPr>
        <p:spPr>
          <a:xfrm>
            <a:off x="7400839" y="4283272"/>
            <a:ext cx="1108451" cy="3050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전통 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431C52-7344-4D35-A43B-F286B523376A}"/>
              </a:ext>
            </a:extLst>
          </p:cNvPr>
          <p:cNvSpPr/>
          <p:nvPr/>
        </p:nvSpPr>
        <p:spPr>
          <a:xfrm>
            <a:off x="2992220" y="2286644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09083E-96DA-49B1-986F-129973A73ADA}"/>
              </a:ext>
            </a:extLst>
          </p:cNvPr>
          <p:cNvSpPr/>
          <p:nvPr/>
        </p:nvSpPr>
        <p:spPr>
          <a:xfrm>
            <a:off x="2992220" y="2737442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유튜브 영상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1F846B-8E79-4E03-8F3C-DFAEEAD99E9B}"/>
              </a:ext>
            </a:extLst>
          </p:cNvPr>
          <p:cNvSpPr/>
          <p:nvPr/>
        </p:nvSpPr>
        <p:spPr>
          <a:xfrm>
            <a:off x="2992220" y="3188240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다른 작품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D466EF-360E-4791-81C4-61DC9A69BAB7}"/>
              </a:ext>
            </a:extLst>
          </p:cNvPr>
          <p:cNvSpPr/>
          <p:nvPr/>
        </p:nvSpPr>
        <p:spPr>
          <a:xfrm>
            <a:off x="2992220" y="3641249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프로필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62040F-4AC8-49D8-87EE-B4BE75FD190C}"/>
              </a:ext>
            </a:extLst>
          </p:cNvPr>
          <p:cNvSpPr/>
          <p:nvPr/>
        </p:nvSpPr>
        <p:spPr>
          <a:xfrm>
            <a:off x="4434999" y="2286644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C8BDB4-439A-4FB1-92C1-359DA8DF7A9C}"/>
              </a:ext>
            </a:extLst>
          </p:cNvPr>
          <p:cNvSpPr/>
          <p:nvPr/>
        </p:nvSpPr>
        <p:spPr>
          <a:xfrm>
            <a:off x="4434999" y="2737442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유튜브 영상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DFAE36-9766-4E59-A59D-F48A536C6270}"/>
              </a:ext>
            </a:extLst>
          </p:cNvPr>
          <p:cNvSpPr/>
          <p:nvPr/>
        </p:nvSpPr>
        <p:spPr>
          <a:xfrm>
            <a:off x="4434999" y="3188240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다른 작품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FDCD95-D0B8-467C-A739-D48B0ED67287}"/>
              </a:ext>
            </a:extLst>
          </p:cNvPr>
          <p:cNvSpPr/>
          <p:nvPr/>
        </p:nvSpPr>
        <p:spPr>
          <a:xfrm>
            <a:off x="4434999" y="3641249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프로필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86DAF7-5CDA-43F7-A961-FE1ADAB5D2B5}"/>
              </a:ext>
            </a:extLst>
          </p:cNvPr>
          <p:cNvSpPr/>
          <p:nvPr/>
        </p:nvSpPr>
        <p:spPr>
          <a:xfrm>
            <a:off x="5989426" y="2286644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268298E-4274-4C5D-906B-E2E26F71D85C}"/>
              </a:ext>
            </a:extLst>
          </p:cNvPr>
          <p:cNvSpPr/>
          <p:nvPr/>
        </p:nvSpPr>
        <p:spPr>
          <a:xfrm>
            <a:off x="5989426" y="2737442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유튜브 영상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569951E-191B-432C-A45A-140C71F3349A}"/>
              </a:ext>
            </a:extLst>
          </p:cNvPr>
          <p:cNvSpPr/>
          <p:nvPr/>
        </p:nvSpPr>
        <p:spPr>
          <a:xfrm>
            <a:off x="5989426" y="3188240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다른 작품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FBDCA1C-F1DC-48DD-9977-779E76ABFE56}"/>
              </a:ext>
            </a:extLst>
          </p:cNvPr>
          <p:cNvSpPr/>
          <p:nvPr/>
        </p:nvSpPr>
        <p:spPr>
          <a:xfrm>
            <a:off x="5989426" y="3641249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프로필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47E28AD-25E7-4547-B391-6DFB4B964B52}"/>
              </a:ext>
            </a:extLst>
          </p:cNvPr>
          <p:cNvSpPr/>
          <p:nvPr/>
        </p:nvSpPr>
        <p:spPr>
          <a:xfrm>
            <a:off x="7432204" y="2286644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B96E32-E498-47D4-9CCE-4B80833F2D30}"/>
              </a:ext>
            </a:extLst>
          </p:cNvPr>
          <p:cNvSpPr/>
          <p:nvPr/>
        </p:nvSpPr>
        <p:spPr>
          <a:xfrm>
            <a:off x="7432204" y="2737442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유튜브 영상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5FDF248-1604-478E-9CA6-C90E7DD8859B}"/>
              </a:ext>
            </a:extLst>
          </p:cNvPr>
          <p:cNvSpPr/>
          <p:nvPr/>
        </p:nvSpPr>
        <p:spPr>
          <a:xfrm>
            <a:off x="7432204" y="3188240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다른 작품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AC7AB2F-25ED-434F-9701-4F3ACB945531}"/>
              </a:ext>
            </a:extLst>
          </p:cNvPr>
          <p:cNvSpPr/>
          <p:nvPr/>
        </p:nvSpPr>
        <p:spPr>
          <a:xfrm>
            <a:off x="7432204" y="3641249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프로필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0B9013E-8949-4668-AD10-BD36FA152246}"/>
              </a:ext>
            </a:extLst>
          </p:cNvPr>
          <p:cNvSpPr/>
          <p:nvPr/>
        </p:nvSpPr>
        <p:spPr>
          <a:xfrm>
            <a:off x="2992220" y="4786139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0494405-7E4B-433B-9DCE-7FC73E241122}"/>
              </a:ext>
            </a:extLst>
          </p:cNvPr>
          <p:cNvSpPr/>
          <p:nvPr/>
        </p:nvSpPr>
        <p:spPr>
          <a:xfrm>
            <a:off x="2992220" y="5236937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유튜브 영상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E47136-65FB-4AB0-AD6D-469F0678BCBA}"/>
              </a:ext>
            </a:extLst>
          </p:cNvPr>
          <p:cNvSpPr/>
          <p:nvPr/>
        </p:nvSpPr>
        <p:spPr>
          <a:xfrm>
            <a:off x="2992220" y="5687735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다른 작품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6AB65A-BE2F-4CA6-8BD1-089EC204165F}"/>
              </a:ext>
            </a:extLst>
          </p:cNvPr>
          <p:cNvSpPr/>
          <p:nvPr/>
        </p:nvSpPr>
        <p:spPr>
          <a:xfrm>
            <a:off x="2992220" y="6140744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프로필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DA359E6-F42A-40E4-9C9D-7492DB831107}"/>
              </a:ext>
            </a:extLst>
          </p:cNvPr>
          <p:cNvSpPr/>
          <p:nvPr/>
        </p:nvSpPr>
        <p:spPr>
          <a:xfrm>
            <a:off x="4434999" y="4786139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역사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BB9FCC-D425-4873-BF3F-C7B66DE9FE7F}"/>
              </a:ext>
            </a:extLst>
          </p:cNvPr>
          <p:cNvSpPr/>
          <p:nvPr/>
        </p:nvSpPr>
        <p:spPr>
          <a:xfrm>
            <a:off x="4434999" y="5236937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유튜브 영상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1D0B15C-E40D-4BCA-8184-E4E3BF00AE17}"/>
              </a:ext>
            </a:extLst>
          </p:cNvPr>
          <p:cNvSpPr/>
          <p:nvPr/>
        </p:nvSpPr>
        <p:spPr>
          <a:xfrm>
            <a:off x="4434999" y="5687735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다른 작품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35420E1-2253-4FA2-B367-1C0AF8A15C1E}"/>
              </a:ext>
            </a:extLst>
          </p:cNvPr>
          <p:cNvSpPr/>
          <p:nvPr/>
        </p:nvSpPr>
        <p:spPr>
          <a:xfrm>
            <a:off x="4434999" y="6140744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프로필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157049F-BAD5-4699-A0DC-4523F844A5F0}"/>
              </a:ext>
            </a:extLst>
          </p:cNvPr>
          <p:cNvSpPr/>
          <p:nvPr/>
        </p:nvSpPr>
        <p:spPr>
          <a:xfrm>
            <a:off x="5989426" y="4786139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1140DF5-01E0-4F19-95DA-DFA8410B26BB}"/>
              </a:ext>
            </a:extLst>
          </p:cNvPr>
          <p:cNvSpPr/>
          <p:nvPr/>
        </p:nvSpPr>
        <p:spPr>
          <a:xfrm>
            <a:off x="5989426" y="5236937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유튜브 영상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B8CBD36-E5AD-4340-B88C-97ACF65E4A27}"/>
              </a:ext>
            </a:extLst>
          </p:cNvPr>
          <p:cNvSpPr/>
          <p:nvPr/>
        </p:nvSpPr>
        <p:spPr>
          <a:xfrm>
            <a:off x="5989426" y="5687735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다른 작품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DA8D68C-257D-49C3-8068-C580828F7A90}"/>
              </a:ext>
            </a:extLst>
          </p:cNvPr>
          <p:cNvSpPr/>
          <p:nvPr/>
        </p:nvSpPr>
        <p:spPr>
          <a:xfrm>
            <a:off x="5989426" y="6140744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프로필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6930A8D-1E09-4FC2-B116-F2F52CB94725}"/>
              </a:ext>
            </a:extLst>
          </p:cNvPr>
          <p:cNvSpPr/>
          <p:nvPr/>
        </p:nvSpPr>
        <p:spPr>
          <a:xfrm>
            <a:off x="7432204" y="4786139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4F1164F-9AB4-4817-8A35-60BC10AE6933}"/>
              </a:ext>
            </a:extLst>
          </p:cNvPr>
          <p:cNvSpPr/>
          <p:nvPr/>
        </p:nvSpPr>
        <p:spPr>
          <a:xfrm>
            <a:off x="7432204" y="5236937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유튜브 영상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7B698BA-9BBD-456D-9BD0-6E9A106D5343}"/>
              </a:ext>
            </a:extLst>
          </p:cNvPr>
          <p:cNvSpPr/>
          <p:nvPr/>
        </p:nvSpPr>
        <p:spPr>
          <a:xfrm>
            <a:off x="7432204" y="5687735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다른 작품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38A325E-1D94-4199-8380-16F10DCDD757}"/>
              </a:ext>
            </a:extLst>
          </p:cNvPr>
          <p:cNvSpPr/>
          <p:nvPr/>
        </p:nvSpPr>
        <p:spPr>
          <a:xfrm>
            <a:off x="7432204" y="6140744"/>
            <a:ext cx="1045720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작가 프로필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3448C03-BB3D-422F-8E77-9674E0B59252}"/>
              </a:ext>
            </a:extLst>
          </p:cNvPr>
          <p:cNvSpPr/>
          <p:nvPr/>
        </p:nvSpPr>
        <p:spPr>
          <a:xfrm>
            <a:off x="9186185" y="1535042"/>
            <a:ext cx="1489586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YOUTUBE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9588157-B2EB-4292-BC1C-C7FBD7857A7A}"/>
              </a:ext>
            </a:extLst>
          </p:cNvPr>
          <p:cNvSpPr/>
          <p:nvPr/>
        </p:nvSpPr>
        <p:spPr>
          <a:xfrm>
            <a:off x="794375" y="1535042"/>
            <a:ext cx="1489586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쿠키런의</a:t>
            </a:r>
            <a:r>
              <a:rPr lang="ko-KR" altLang="en-US" sz="1000" dirty="0">
                <a:solidFill>
                  <a:schemeClr val="tx1"/>
                </a:solidFill>
              </a:rPr>
              <a:t> 시초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9C4E357-9296-4AB0-B2DF-61C96F126E98}"/>
              </a:ext>
            </a:extLst>
          </p:cNvPr>
          <p:cNvSpPr/>
          <p:nvPr/>
        </p:nvSpPr>
        <p:spPr>
          <a:xfrm>
            <a:off x="794375" y="2015846"/>
            <a:ext cx="1489586" cy="267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쿠키런</a:t>
            </a:r>
            <a:r>
              <a:rPr lang="ko-KR" altLang="en-US" sz="1000" dirty="0">
                <a:solidFill>
                  <a:schemeClr val="tx1"/>
                </a:solidFill>
              </a:rPr>
              <a:t> 로그라인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8D37A8A-0DD4-4E0F-B533-1A69F541C908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1539168" y="588124"/>
            <a:ext cx="3269608" cy="1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42A56AD-0A6B-4015-9A33-68FA851CB9A1}"/>
              </a:ext>
            </a:extLst>
          </p:cNvPr>
          <p:cNvCxnSpPr>
            <a:cxnSpLocks/>
          </p:cNvCxnSpPr>
          <p:nvPr/>
        </p:nvCxnSpPr>
        <p:spPr>
          <a:xfrm flipH="1">
            <a:off x="6661371" y="588125"/>
            <a:ext cx="3269604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CF9EDE6-5AB6-471D-8D9A-752703F11ED0}"/>
              </a:ext>
            </a:extLst>
          </p:cNvPr>
          <p:cNvCxnSpPr>
            <a:cxnSpLocks/>
          </p:cNvCxnSpPr>
          <p:nvPr/>
        </p:nvCxnSpPr>
        <p:spPr>
          <a:xfrm flipH="1">
            <a:off x="3515080" y="1491481"/>
            <a:ext cx="4439984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15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85</Words>
  <Application>Microsoft Office PowerPoint</Application>
  <PresentationFormat>와이드스크린</PresentationFormat>
  <Paragraphs>47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</cp:revision>
  <dcterms:created xsi:type="dcterms:W3CDTF">2025-10-28T06:39:41Z</dcterms:created>
  <dcterms:modified xsi:type="dcterms:W3CDTF">2025-10-28T07:13:03Z</dcterms:modified>
</cp:coreProperties>
</file>