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7AE5A-3E6B-40AD-A716-0D0DE3DA2F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D0AEB20-AE92-4DA8-B5FB-15A496C169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CD4606-D3CB-4839-BACF-F812E233B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F1FB20-1AE0-43C8-ACD7-15364C71E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BD0ED0-598D-45CE-98F4-959AA9001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69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61EF9-D940-4340-AAFE-D116B212C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AE2391-3E9E-42FD-872B-F0EFD4294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5AA8B7-CC7A-4DEE-BEE4-BF39964ED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EDA200-BED2-4B18-9A28-A9568B491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54D39E-0F70-41F9-A2D4-5EB28EA63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078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70AE2-E46D-477C-BC4B-0C32D02B3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CD8B2D-09E3-4A9F-8A46-C4F2A3237D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1C4B72-4EA6-40F2-A6B9-AC1CA5BB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AEC096-4279-420B-9424-35AC828E8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6F845F-7322-4C29-A3E5-3F7935EF7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0044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60B5F8-232D-4DF2-A105-6F7B1ABA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712E77-3C42-4929-A219-7E89316646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F54C852-A728-4FA0-9EBB-8CC9B5876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5739F0-8038-4F97-A724-B6878646E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CEC8F2-8892-43CF-9737-D70E0C923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76D400-A482-4395-A274-50767135E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3962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76A7F-6404-4AC4-AE91-949D69E17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1F17C1-A706-49FF-8400-95E32886E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237EC8-BAFE-46D6-930C-40DDBCC0C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153FA8A-10E4-449F-B4F1-004129647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6371F1A-27D0-4C41-9277-419EF8241D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6918B11-FEA5-4503-8B71-ED8278AB1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547DAB5-8380-4D33-B51D-146DD3DA7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87A340-5C19-4B7D-8E91-C804FF594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518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27402E-6E47-4F70-9C35-1AD23D41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B4DDFA3-D79E-4F85-8E2A-53E0AE75D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7AC0B40-F9FD-4037-A75E-B95E47C93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21C5BD-C920-4205-8BC5-BF7156C5E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551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0712F53-214E-4CE0-9FE6-3CEF3BAE0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BFDEAD6-1BA9-44C0-8BA3-1A68BD783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C9E1BF-2CAF-4AA8-A59B-C4C40213B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330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9F6F-AF59-4947-BF01-C2374B0C1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6E8681-40B8-4BD8-ACB6-3BFB0DDA1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EF4143-9991-425F-9CAA-8B4F556A64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AA7C1D7-AB00-4C53-A192-2E9096915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D11C11-6483-4278-A60F-CEB6166AE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B03AC42-9EE0-42E5-B999-275CAD250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742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1A3EF3-C51E-4BB7-A724-3F417B844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D9C4EB0-801C-49D8-B354-436FA43149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45AC36-7E6C-440C-8D6D-F631599159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EB1A134-CF51-40D5-A8D2-968BBDDB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C7C717-948D-4261-B67C-8F51FEA5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EE9F21E-49B2-4136-80DC-DEE2F75D0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4295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B96AD2-13A2-4D4B-85A7-E42EBC7A1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C14620-04C9-4330-B86A-A4989A1DE9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345BFA-0219-4E9F-8DF7-001FC20D1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42F589-FD4B-47C5-8132-6FFF17D63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02B4F0-EE08-46E1-9D90-45B4A9614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218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6256420-0BBF-48B5-912E-DA25D0A33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DF8631C-11BB-45C3-8A12-4D868374E9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C01071-634D-4FE3-9EC7-DA0AD141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71D3BC-8B39-48DE-A49A-80501212D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384D71-F9CF-44C2-9630-C892F5D4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139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1859F12-046C-4A19-B50A-C4EAF77CF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9067B2-74D0-4D8B-B68F-AC4C241786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EFC5F6-0C78-44B4-8B1F-92320756A7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728981-0C30-486C-AF29-3EECB16DA33B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3E89CD-24C3-44B2-B9CF-D606D6AA2A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161B58-BFD0-40EF-B477-A94932E4ED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915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D4648CDE-4A4B-4FDC-BA20-D77A85B2B7E1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3515080" y="1482007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DCE8CC5-3397-405B-B248-7CCE300B7878}"/>
              </a:ext>
            </a:extLst>
          </p:cNvPr>
          <p:cNvCxnSpPr>
            <a:cxnSpLocks/>
          </p:cNvCxnSpPr>
          <p:nvPr/>
        </p:nvCxnSpPr>
        <p:spPr>
          <a:xfrm>
            <a:off x="4957859" y="1500956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861FC55A-53A3-414C-8F54-E4D8A0D67DBE}"/>
              </a:ext>
            </a:extLst>
          </p:cNvPr>
          <p:cNvCxnSpPr>
            <a:cxnSpLocks/>
          </p:cNvCxnSpPr>
          <p:nvPr/>
        </p:nvCxnSpPr>
        <p:spPr>
          <a:xfrm>
            <a:off x="6512286" y="1489319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B96AF4D9-CDDA-4BAE-B26D-EBB366C42F55}"/>
              </a:ext>
            </a:extLst>
          </p:cNvPr>
          <p:cNvCxnSpPr>
            <a:cxnSpLocks/>
          </p:cNvCxnSpPr>
          <p:nvPr/>
        </p:nvCxnSpPr>
        <p:spPr>
          <a:xfrm>
            <a:off x="7955064" y="1489319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80B5032D-79D2-4BAE-873C-585AAD6CAF98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9930975" y="588124"/>
            <a:ext cx="3" cy="946918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300DE781-2F1B-48CE-84D3-C9E7D9B0FF11}"/>
              </a:ext>
            </a:extLst>
          </p:cNvPr>
          <p:cNvCxnSpPr>
            <a:cxnSpLocks/>
            <a:endCxn id="55" idx="0"/>
          </p:cNvCxnSpPr>
          <p:nvPr/>
        </p:nvCxnSpPr>
        <p:spPr>
          <a:xfrm>
            <a:off x="1539168" y="588124"/>
            <a:ext cx="0" cy="142772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2F9F3BEF-BDA0-4F03-BB54-B0160D792EF1}"/>
              </a:ext>
            </a:extLst>
          </p:cNvPr>
          <p:cNvCxnSpPr>
            <a:cxnSpLocks/>
          </p:cNvCxnSpPr>
          <p:nvPr/>
        </p:nvCxnSpPr>
        <p:spPr>
          <a:xfrm>
            <a:off x="5735072" y="1167937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9EE4A6CC-0138-4436-B1D4-D37A8E9744F8}"/>
              </a:ext>
            </a:extLst>
          </p:cNvPr>
          <p:cNvCxnSpPr>
            <a:cxnSpLocks/>
          </p:cNvCxnSpPr>
          <p:nvPr/>
        </p:nvCxnSpPr>
        <p:spPr>
          <a:xfrm>
            <a:off x="5735072" y="588124"/>
            <a:ext cx="1" cy="411960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FE93BF23-0CC0-4A4B-875C-8A464D9611FB}"/>
              </a:ext>
            </a:extLst>
          </p:cNvPr>
          <p:cNvSpPr/>
          <p:nvPr/>
        </p:nvSpPr>
        <p:spPr>
          <a:xfrm>
            <a:off x="4808776" y="435616"/>
            <a:ext cx="1852595" cy="30501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98DDA01-2BF1-47A4-B038-126270912C7F}"/>
              </a:ext>
            </a:extLst>
          </p:cNvPr>
          <p:cNvSpPr/>
          <p:nvPr/>
        </p:nvSpPr>
        <p:spPr>
          <a:xfrm>
            <a:off x="612871" y="1000085"/>
            <a:ext cx="1852595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r>
              <a:rPr lang="ko-KR" altLang="en-US" dirty="0"/>
              <a:t> 소개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3582A4-04C0-4C0D-BE1E-4513C0526328}"/>
              </a:ext>
            </a:extLst>
          </p:cNvPr>
          <p:cNvSpPr/>
          <p:nvPr/>
        </p:nvSpPr>
        <p:spPr>
          <a:xfrm>
            <a:off x="4808776" y="1000084"/>
            <a:ext cx="1852595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소개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3E4680B-1FEF-41E4-A927-470CE0C21294}"/>
              </a:ext>
            </a:extLst>
          </p:cNvPr>
          <p:cNvSpPr/>
          <p:nvPr/>
        </p:nvSpPr>
        <p:spPr>
          <a:xfrm>
            <a:off x="9004681" y="1000084"/>
            <a:ext cx="1852595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SNS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F9F0F7-AEF0-48AC-9AD8-940F3B9D8A07}"/>
              </a:ext>
            </a:extLst>
          </p:cNvPr>
          <p:cNvSpPr/>
          <p:nvPr/>
        </p:nvSpPr>
        <p:spPr>
          <a:xfrm>
            <a:off x="2960855" y="1803389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샌드아트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E412FAA-821D-4FC3-947D-513FF98C6DBF}"/>
              </a:ext>
            </a:extLst>
          </p:cNvPr>
          <p:cNvSpPr/>
          <p:nvPr/>
        </p:nvSpPr>
        <p:spPr>
          <a:xfrm>
            <a:off x="4403634" y="1803389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나전칠기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E5F5E0D-B67F-4F59-8F27-F93A20AB8FF4}"/>
              </a:ext>
            </a:extLst>
          </p:cNvPr>
          <p:cNvSpPr/>
          <p:nvPr/>
        </p:nvSpPr>
        <p:spPr>
          <a:xfrm>
            <a:off x="5958061" y="1803389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분청사기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ABEBC53-D052-4460-8389-D4851D716CF6}"/>
              </a:ext>
            </a:extLst>
          </p:cNvPr>
          <p:cNvSpPr/>
          <p:nvPr/>
        </p:nvSpPr>
        <p:spPr>
          <a:xfrm>
            <a:off x="7400839" y="1803389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금박공예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2FBEFDF-3B48-4DD1-8B5B-03971FF325C7}"/>
              </a:ext>
            </a:extLst>
          </p:cNvPr>
          <p:cNvSpPr/>
          <p:nvPr/>
        </p:nvSpPr>
        <p:spPr>
          <a:xfrm>
            <a:off x="2960855" y="4283272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전통 탈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A4E19D1-53E0-4CE2-9414-FCB131C3FFF1}"/>
              </a:ext>
            </a:extLst>
          </p:cNvPr>
          <p:cNvSpPr/>
          <p:nvPr/>
        </p:nvSpPr>
        <p:spPr>
          <a:xfrm>
            <a:off x="4403634" y="4283272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화각장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D2C6374-BB61-4E7A-8A18-6D4D7932F52C}"/>
              </a:ext>
            </a:extLst>
          </p:cNvPr>
          <p:cNvSpPr/>
          <p:nvPr/>
        </p:nvSpPr>
        <p:spPr>
          <a:xfrm>
            <a:off x="5958061" y="4283272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낙화장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9A3B8B2-8FDC-425E-A1B3-C542570C9348}"/>
              </a:ext>
            </a:extLst>
          </p:cNvPr>
          <p:cNvSpPr/>
          <p:nvPr/>
        </p:nvSpPr>
        <p:spPr>
          <a:xfrm>
            <a:off x="7400839" y="4283272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전통 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0431C52-7344-4D35-A43B-F286B523376A}"/>
              </a:ext>
            </a:extLst>
          </p:cNvPr>
          <p:cNvSpPr/>
          <p:nvPr/>
        </p:nvSpPr>
        <p:spPr>
          <a:xfrm>
            <a:off x="2992220" y="22866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F09083E-96DA-49B1-986F-129973A73ADA}"/>
              </a:ext>
            </a:extLst>
          </p:cNvPr>
          <p:cNvSpPr/>
          <p:nvPr/>
        </p:nvSpPr>
        <p:spPr>
          <a:xfrm>
            <a:off x="2992220" y="2737442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51F846B-8E79-4E03-8F3C-DFAEEAD99E9B}"/>
              </a:ext>
            </a:extLst>
          </p:cNvPr>
          <p:cNvSpPr/>
          <p:nvPr/>
        </p:nvSpPr>
        <p:spPr>
          <a:xfrm>
            <a:off x="2992220" y="3188240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CD466EF-360E-4791-81C4-61DC9A69BAB7}"/>
              </a:ext>
            </a:extLst>
          </p:cNvPr>
          <p:cNvSpPr/>
          <p:nvPr/>
        </p:nvSpPr>
        <p:spPr>
          <a:xfrm>
            <a:off x="2992220" y="364124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262040F-4AC8-49D8-87EE-B4BE75FD190C}"/>
              </a:ext>
            </a:extLst>
          </p:cNvPr>
          <p:cNvSpPr/>
          <p:nvPr/>
        </p:nvSpPr>
        <p:spPr>
          <a:xfrm>
            <a:off x="4434999" y="22866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4C8BDB4-439A-4FB1-92C1-359DA8DF7A9C}"/>
              </a:ext>
            </a:extLst>
          </p:cNvPr>
          <p:cNvSpPr/>
          <p:nvPr/>
        </p:nvSpPr>
        <p:spPr>
          <a:xfrm>
            <a:off x="4434999" y="2737442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DDFAE36-9766-4E59-A59D-F48A536C6270}"/>
              </a:ext>
            </a:extLst>
          </p:cNvPr>
          <p:cNvSpPr/>
          <p:nvPr/>
        </p:nvSpPr>
        <p:spPr>
          <a:xfrm>
            <a:off x="4434999" y="3188240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7FDCD95-D0B8-467C-A739-D48B0ED67287}"/>
              </a:ext>
            </a:extLst>
          </p:cNvPr>
          <p:cNvSpPr/>
          <p:nvPr/>
        </p:nvSpPr>
        <p:spPr>
          <a:xfrm>
            <a:off x="4434999" y="364124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486DAF7-5CDA-43F7-A961-FE1ADAB5D2B5}"/>
              </a:ext>
            </a:extLst>
          </p:cNvPr>
          <p:cNvSpPr/>
          <p:nvPr/>
        </p:nvSpPr>
        <p:spPr>
          <a:xfrm>
            <a:off x="5989426" y="22866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268298E-4274-4C5D-906B-E2E26F71D85C}"/>
              </a:ext>
            </a:extLst>
          </p:cNvPr>
          <p:cNvSpPr/>
          <p:nvPr/>
        </p:nvSpPr>
        <p:spPr>
          <a:xfrm>
            <a:off x="5989426" y="2737442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569951E-191B-432C-A45A-140C71F3349A}"/>
              </a:ext>
            </a:extLst>
          </p:cNvPr>
          <p:cNvSpPr/>
          <p:nvPr/>
        </p:nvSpPr>
        <p:spPr>
          <a:xfrm>
            <a:off x="5989426" y="3188240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FBDCA1C-F1DC-48DD-9977-779E76ABFE56}"/>
              </a:ext>
            </a:extLst>
          </p:cNvPr>
          <p:cNvSpPr/>
          <p:nvPr/>
        </p:nvSpPr>
        <p:spPr>
          <a:xfrm>
            <a:off x="5989426" y="364124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47E28AD-25E7-4547-B391-6DFB4B964B52}"/>
              </a:ext>
            </a:extLst>
          </p:cNvPr>
          <p:cNvSpPr/>
          <p:nvPr/>
        </p:nvSpPr>
        <p:spPr>
          <a:xfrm>
            <a:off x="7432204" y="22866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DB96E32-E498-47D4-9CCE-4B80833F2D30}"/>
              </a:ext>
            </a:extLst>
          </p:cNvPr>
          <p:cNvSpPr/>
          <p:nvPr/>
        </p:nvSpPr>
        <p:spPr>
          <a:xfrm>
            <a:off x="7432204" y="2737442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5FDF248-1604-478E-9CA6-C90E7DD8859B}"/>
              </a:ext>
            </a:extLst>
          </p:cNvPr>
          <p:cNvSpPr/>
          <p:nvPr/>
        </p:nvSpPr>
        <p:spPr>
          <a:xfrm>
            <a:off x="7432204" y="3188240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AC7AB2F-25ED-434F-9701-4F3ACB945531}"/>
              </a:ext>
            </a:extLst>
          </p:cNvPr>
          <p:cNvSpPr/>
          <p:nvPr/>
        </p:nvSpPr>
        <p:spPr>
          <a:xfrm>
            <a:off x="7432204" y="364124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0B9013E-8949-4668-AD10-BD36FA152246}"/>
              </a:ext>
            </a:extLst>
          </p:cNvPr>
          <p:cNvSpPr/>
          <p:nvPr/>
        </p:nvSpPr>
        <p:spPr>
          <a:xfrm>
            <a:off x="2992220" y="478613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494405-7E4B-433B-9DCE-7FC73E241122}"/>
              </a:ext>
            </a:extLst>
          </p:cNvPr>
          <p:cNvSpPr/>
          <p:nvPr/>
        </p:nvSpPr>
        <p:spPr>
          <a:xfrm>
            <a:off x="2992220" y="5236937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7E47136-65FB-4AB0-AD6D-469F0678BCBA}"/>
              </a:ext>
            </a:extLst>
          </p:cNvPr>
          <p:cNvSpPr/>
          <p:nvPr/>
        </p:nvSpPr>
        <p:spPr>
          <a:xfrm>
            <a:off x="2992220" y="5687735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06AB65A-BE2F-4CA6-8BD1-089EC204165F}"/>
              </a:ext>
            </a:extLst>
          </p:cNvPr>
          <p:cNvSpPr/>
          <p:nvPr/>
        </p:nvSpPr>
        <p:spPr>
          <a:xfrm>
            <a:off x="2992220" y="61407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DA359E6-F42A-40E4-9C9D-7492DB831107}"/>
              </a:ext>
            </a:extLst>
          </p:cNvPr>
          <p:cNvSpPr/>
          <p:nvPr/>
        </p:nvSpPr>
        <p:spPr>
          <a:xfrm>
            <a:off x="4434999" y="478613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FBB9FCC-D425-4873-BF3F-C7B66DE9FE7F}"/>
              </a:ext>
            </a:extLst>
          </p:cNvPr>
          <p:cNvSpPr/>
          <p:nvPr/>
        </p:nvSpPr>
        <p:spPr>
          <a:xfrm>
            <a:off x="4434999" y="5236937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A1D0B15C-E40D-4BCA-8184-E4E3BF00AE17}"/>
              </a:ext>
            </a:extLst>
          </p:cNvPr>
          <p:cNvSpPr/>
          <p:nvPr/>
        </p:nvSpPr>
        <p:spPr>
          <a:xfrm>
            <a:off x="4434999" y="5687735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B35420E1-2253-4FA2-B367-1C0AF8A15C1E}"/>
              </a:ext>
            </a:extLst>
          </p:cNvPr>
          <p:cNvSpPr/>
          <p:nvPr/>
        </p:nvSpPr>
        <p:spPr>
          <a:xfrm>
            <a:off x="4434999" y="61407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157049F-BAD5-4699-A0DC-4523F844A5F0}"/>
              </a:ext>
            </a:extLst>
          </p:cNvPr>
          <p:cNvSpPr/>
          <p:nvPr/>
        </p:nvSpPr>
        <p:spPr>
          <a:xfrm>
            <a:off x="5989426" y="478613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11140DF5-01E0-4F19-95DA-DFA8410B26BB}"/>
              </a:ext>
            </a:extLst>
          </p:cNvPr>
          <p:cNvSpPr/>
          <p:nvPr/>
        </p:nvSpPr>
        <p:spPr>
          <a:xfrm>
            <a:off x="5989426" y="5236937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B8CBD36-E5AD-4340-B88C-97ACF65E4A27}"/>
              </a:ext>
            </a:extLst>
          </p:cNvPr>
          <p:cNvSpPr/>
          <p:nvPr/>
        </p:nvSpPr>
        <p:spPr>
          <a:xfrm>
            <a:off x="5989426" y="5687735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DA8D68C-257D-49C3-8068-C580828F7A90}"/>
              </a:ext>
            </a:extLst>
          </p:cNvPr>
          <p:cNvSpPr/>
          <p:nvPr/>
        </p:nvSpPr>
        <p:spPr>
          <a:xfrm>
            <a:off x="5989426" y="61407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6930A8D-1E09-4FC2-B116-F2F52CB94725}"/>
              </a:ext>
            </a:extLst>
          </p:cNvPr>
          <p:cNvSpPr/>
          <p:nvPr/>
        </p:nvSpPr>
        <p:spPr>
          <a:xfrm>
            <a:off x="7432204" y="478613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4F1164F-9AB4-4817-8A35-60BC10AE6933}"/>
              </a:ext>
            </a:extLst>
          </p:cNvPr>
          <p:cNvSpPr/>
          <p:nvPr/>
        </p:nvSpPr>
        <p:spPr>
          <a:xfrm>
            <a:off x="7432204" y="5236937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7B698BA-9BBD-456D-9BD0-6E9A106D5343}"/>
              </a:ext>
            </a:extLst>
          </p:cNvPr>
          <p:cNvSpPr/>
          <p:nvPr/>
        </p:nvSpPr>
        <p:spPr>
          <a:xfrm>
            <a:off x="7432204" y="5687735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38A325E-1D94-4199-8380-16F10DCDD757}"/>
              </a:ext>
            </a:extLst>
          </p:cNvPr>
          <p:cNvSpPr/>
          <p:nvPr/>
        </p:nvSpPr>
        <p:spPr>
          <a:xfrm>
            <a:off x="7432204" y="61407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3448C03-BB3D-422F-8E77-9674E0B59252}"/>
              </a:ext>
            </a:extLst>
          </p:cNvPr>
          <p:cNvSpPr/>
          <p:nvPr/>
        </p:nvSpPr>
        <p:spPr>
          <a:xfrm>
            <a:off x="9186185" y="1535042"/>
            <a:ext cx="1489586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YOUTUBE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9588157-B2EB-4292-BC1C-C7FBD7857A7A}"/>
              </a:ext>
            </a:extLst>
          </p:cNvPr>
          <p:cNvSpPr/>
          <p:nvPr/>
        </p:nvSpPr>
        <p:spPr>
          <a:xfrm>
            <a:off x="794375" y="1535042"/>
            <a:ext cx="1489586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쿠키런의</a:t>
            </a:r>
            <a:r>
              <a:rPr lang="ko-KR" altLang="en-US" sz="1000" dirty="0">
                <a:solidFill>
                  <a:schemeClr val="tx1"/>
                </a:solidFill>
              </a:rPr>
              <a:t> 시초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9C4E357-9296-4AB0-B2DF-61C96F126E98}"/>
              </a:ext>
            </a:extLst>
          </p:cNvPr>
          <p:cNvSpPr/>
          <p:nvPr/>
        </p:nvSpPr>
        <p:spPr>
          <a:xfrm>
            <a:off x="794375" y="2015846"/>
            <a:ext cx="1489586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쿠키런</a:t>
            </a:r>
            <a:r>
              <a:rPr lang="ko-KR" altLang="en-US" sz="1000" dirty="0">
                <a:solidFill>
                  <a:schemeClr val="tx1"/>
                </a:solidFill>
              </a:rPr>
              <a:t> 로그라인</a:t>
            </a: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8D37A8A-0DD4-4E0F-B533-1A69F541C908}"/>
              </a:ext>
            </a:extLst>
          </p:cNvPr>
          <p:cNvCxnSpPr>
            <a:cxnSpLocks/>
            <a:stCxn id="2" idx="1"/>
          </p:cNvCxnSpPr>
          <p:nvPr/>
        </p:nvCxnSpPr>
        <p:spPr>
          <a:xfrm flipH="1" flipV="1">
            <a:off x="1539168" y="588124"/>
            <a:ext cx="3269608" cy="1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442A56AD-0A6B-4015-9A33-68FA851CB9A1}"/>
              </a:ext>
            </a:extLst>
          </p:cNvPr>
          <p:cNvCxnSpPr>
            <a:cxnSpLocks/>
          </p:cNvCxnSpPr>
          <p:nvPr/>
        </p:nvCxnSpPr>
        <p:spPr>
          <a:xfrm flipH="1">
            <a:off x="6661371" y="588125"/>
            <a:ext cx="3269604" cy="0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ACF9EDE6-5AB6-471D-8D9A-752703F11ED0}"/>
              </a:ext>
            </a:extLst>
          </p:cNvPr>
          <p:cNvCxnSpPr>
            <a:cxnSpLocks/>
          </p:cNvCxnSpPr>
          <p:nvPr/>
        </p:nvCxnSpPr>
        <p:spPr>
          <a:xfrm flipH="1">
            <a:off x="3515080" y="1491481"/>
            <a:ext cx="4439984" cy="0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2155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8BB4FF0-BC66-4FAD-9D74-E8B9765BE980}"/>
              </a:ext>
            </a:extLst>
          </p:cNvPr>
          <p:cNvSpPr/>
          <p:nvPr/>
        </p:nvSpPr>
        <p:spPr>
          <a:xfrm>
            <a:off x="341429" y="207996"/>
            <a:ext cx="2146681" cy="3963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페이지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025A941-810D-423B-BED9-56C44FDA44AD}"/>
              </a:ext>
            </a:extLst>
          </p:cNvPr>
          <p:cNvSpPr/>
          <p:nvPr/>
        </p:nvSpPr>
        <p:spPr>
          <a:xfrm>
            <a:off x="3084628" y="671083"/>
            <a:ext cx="5659077" cy="6086843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FF42D6-DDDC-4E81-84E9-23E2847AE9D0}"/>
              </a:ext>
            </a:extLst>
          </p:cNvPr>
          <p:cNvSpPr/>
          <p:nvPr/>
        </p:nvSpPr>
        <p:spPr>
          <a:xfrm>
            <a:off x="3457453" y="1738540"/>
            <a:ext cx="3198437" cy="218592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DEVSISTERS </a:t>
            </a:r>
            <a:r>
              <a:rPr lang="ko-KR" altLang="en-US" dirty="0"/>
              <a:t>로고 이미지</a:t>
            </a:r>
            <a:endParaRPr lang="en-US" altLang="ko-KR" dirty="0"/>
          </a:p>
          <a:p>
            <a:pPr algn="ctr"/>
            <a:r>
              <a:rPr lang="en-US" altLang="ko-KR" dirty="0"/>
              <a:t>&lt;</a:t>
            </a:r>
            <a:r>
              <a:rPr lang="en-US" altLang="ko-KR" dirty="0" err="1"/>
              <a:t>img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140E56-2B1D-4D61-B773-339BD3A8376B}"/>
              </a:ext>
            </a:extLst>
          </p:cNvPr>
          <p:cNvSpPr/>
          <p:nvPr/>
        </p:nvSpPr>
        <p:spPr>
          <a:xfrm>
            <a:off x="5172443" y="4338499"/>
            <a:ext cx="3129105" cy="218592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r>
              <a:rPr lang="ko-KR" altLang="en-US" dirty="0"/>
              <a:t> 이미지</a:t>
            </a:r>
            <a:endParaRPr lang="en-US" altLang="ko-KR" dirty="0"/>
          </a:p>
          <a:p>
            <a:pPr algn="ctr"/>
            <a:r>
              <a:rPr lang="en-US" altLang="ko-KR" dirty="0"/>
              <a:t>&lt;</a:t>
            </a:r>
            <a:r>
              <a:rPr lang="en-US" altLang="ko-KR" dirty="0" err="1"/>
              <a:t>img</a:t>
            </a:r>
            <a:r>
              <a:rPr lang="en-US" altLang="ko-KR" dirty="0"/>
              <a:t>&gt;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9DD0888-67CC-4523-8B52-1E42DC636253}"/>
              </a:ext>
            </a:extLst>
          </p:cNvPr>
          <p:cNvSpPr/>
          <p:nvPr/>
        </p:nvSpPr>
        <p:spPr>
          <a:xfrm>
            <a:off x="6785397" y="1738540"/>
            <a:ext cx="1516151" cy="21859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r>
              <a:rPr lang="ko-KR" altLang="en-US" dirty="0"/>
              <a:t> 소개</a:t>
            </a:r>
            <a:endParaRPr lang="en-US" altLang="ko-KR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A7420CC-3ACB-4FFF-AA75-F98643F2CB20}"/>
              </a:ext>
            </a:extLst>
          </p:cNvPr>
          <p:cNvSpPr/>
          <p:nvPr/>
        </p:nvSpPr>
        <p:spPr>
          <a:xfrm>
            <a:off x="3457453" y="4338498"/>
            <a:ext cx="1516151" cy="21859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소개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FD618FDD-2B78-4D73-A545-E2A9D6E6DDC2}"/>
              </a:ext>
            </a:extLst>
          </p:cNvPr>
          <p:cNvGrpSpPr/>
          <p:nvPr/>
        </p:nvGrpSpPr>
        <p:grpSpPr>
          <a:xfrm>
            <a:off x="8301548" y="916259"/>
            <a:ext cx="180000" cy="85030"/>
            <a:chOff x="7660553" y="941871"/>
            <a:chExt cx="180000" cy="85030"/>
          </a:xfrm>
        </p:grpSpPr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FC967B44-572B-43B7-A651-9E9A2CDA5474}"/>
                </a:ext>
              </a:extLst>
            </p:cNvPr>
            <p:cNvCxnSpPr/>
            <p:nvPr/>
          </p:nvCxnSpPr>
          <p:spPr>
            <a:xfrm>
              <a:off x="7660553" y="941871"/>
              <a:ext cx="180000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79B7B4EE-4D8D-415E-B7D1-82F258D4434E}"/>
                </a:ext>
              </a:extLst>
            </p:cNvPr>
            <p:cNvCxnSpPr/>
            <p:nvPr/>
          </p:nvCxnSpPr>
          <p:spPr>
            <a:xfrm>
              <a:off x="7660553" y="984386"/>
              <a:ext cx="180000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46442D17-B7CF-4AB4-9AA3-E9B916469B82}"/>
                </a:ext>
              </a:extLst>
            </p:cNvPr>
            <p:cNvCxnSpPr/>
            <p:nvPr/>
          </p:nvCxnSpPr>
          <p:spPr>
            <a:xfrm>
              <a:off x="7660553" y="1026901"/>
              <a:ext cx="180000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EFA155E-0280-418C-9F85-1A3D8358651C}"/>
              </a:ext>
            </a:extLst>
          </p:cNvPr>
          <p:cNvSpPr txBox="1"/>
          <p:nvPr/>
        </p:nvSpPr>
        <p:spPr>
          <a:xfrm>
            <a:off x="3948009" y="774108"/>
            <a:ext cx="3932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쿠키런으로</a:t>
            </a:r>
            <a:r>
              <a:rPr lang="ko-KR" altLang="en-US" dirty="0"/>
              <a:t> 알아보는 예술 작품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F127541-155B-47FD-B608-1A15639226C0}"/>
              </a:ext>
            </a:extLst>
          </p:cNvPr>
          <p:cNvSpPr/>
          <p:nvPr/>
        </p:nvSpPr>
        <p:spPr>
          <a:xfrm>
            <a:off x="8212985" y="787086"/>
            <a:ext cx="357126" cy="3389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E833590B-7763-4542-9776-5E76852E8AA0}"/>
              </a:ext>
            </a:extLst>
          </p:cNvPr>
          <p:cNvCxnSpPr>
            <a:cxnSpLocks/>
          </p:cNvCxnSpPr>
          <p:nvPr/>
        </p:nvCxnSpPr>
        <p:spPr>
          <a:xfrm>
            <a:off x="8570111" y="956548"/>
            <a:ext cx="9310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B5E2B5A-CF93-4EC2-B455-F6C0EA94F5BE}"/>
              </a:ext>
            </a:extLst>
          </p:cNvPr>
          <p:cNvSpPr/>
          <p:nvPr/>
        </p:nvSpPr>
        <p:spPr>
          <a:xfrm>
            <a:off x="9595313" y="671083"/>
            <a:ext cx="2291887" cy="399117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FED7E8D-0F50-4E8B-BF71-36370CFC295B}"/>
              </a:ext>
            </a:extLst>
          </p:cNvPr>
          <p:cNvGrpSpPr/>
          <p:nvPr/>
        </p:nvGrpSpPr>
        <p:grpSpPr>
          <a:xfrm>
            <a:off x="9940666" y="833437"/>
            <a:ext cx="1605106" cy="246221"/>
            <a:chOff x="9940666" y="833437"/>
            <a:chExt cx="1605106" cy="2462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73D4D7-F894-40AC-95F6-E6ADE0420867}"/>
                </a:ext>
              </a:extLst>
            </p:cNvPr>
            <p:cNvSpPr txBox="1"/>
            <p:nvPr/>
          </p:nvSpPr>
          <p:spPr>
            <a:xfrm>
              <a:off x="9940666" y="833437"/>
              <a:ext cx="1605106" cy="246221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00" dirty="0" err="1"/>
                <a:t>쿠키런</a:t>
              </a:r>
              <a:r>
                <a:rPr lang="ko-KR" altLang="en-US" sz="1000" dirty="0"/>
                <a:t> 소개</a:t>
              </a:r>
              <a:r>
                <a:rPr lang="en-US" altLang="ko-KR" sz="1000" dirty="0"/>
                <a:t>	</a:t>
              </a:r>
              <a:endParaRPr lang="ko-KR" altLang="en-US" sz="1000" dirty="0"/>
            </a:p>
          </p:txBody>
        </p:sp>
        <p:sp>
          <p:nvSpPr>
            <p:cNvPr id="22" name="실행 단추: 앞으로 또는 다음으로 이동 21">
              <a:hlinkClick r:id="" action="ppaction://hlinkshowjump?jump=nextslide" highlightClick="1"/>
              <a:extLst>
                <a:ext uri="{FF2B5EF4-FFF2-40B4-BE49-F238E27FC236}">
                  <a16:creationId xmlns:a16="http://schemas.microsoft.com/office/drawing/2014/main" id="{B8806981-C5DB-40A3-B64E-B39C8CC52796}"/>
                </a:ext>
              </a:extLst>
            </p:cNvPr>
            <p:cNvSpPr/>
            <p:nvPr/>
          </p:nvSpPr>
          <p:spPr>
            <a:xfrm rot="5400000">
              <a:off x="11338951" y="874134"/>
              <a:ext cx="146778" cy="164828"/>
            </a:xfrm>
            <a:prstGeom prst="actionButtonForwardNex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176D847A-838D-4352-B076-1243E6DCF6B0}"/>
              </a:ext>
            </a:extLst>
          </p:cNvPr>
          <p:cNvGrpSpPr/>
          <p:nvPr/>
        </p:nvGrpSpPr>
        <p:grpSpPr>
          <a:xfrm>
            <a:off x="9940666" y="1738540"/>
            <a:ext cx="1605106" cy="246221"/>
            <a:chOff x="9940666" y="833437"/>
            <a:chExt cx="1605106" cy="2462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51B7067-58D5-4A92-9C52-B7AA13429C82}"/>
                </a:ext>
              </a:extLst>
            </p:cNvPr>
            <p:cNvSpPr txBox="1"/>
            <p:nvPr/>
          </p:nvSpPr>
          <p:spPr>
            <a:xfrm>
              <a:off x="9940666" y="833437"/>
              <a:ext cx="1605106" cy="246221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예술 작품들</a:t>
              </a:r>
              <a:r>
                <a:rPr lang="en-US" altLang="ko-KR" sz="1000" dirty="0"/>
                <a:t>	</a:t>
              </a:r>
              <a:endParaRPr lang="ko-KR" altLang="en-US" sz="1000" dirty="0"/>
            </a:p>
          </p:txBody>
        </p:sp>
        <p:sp>
          <p:nvSpPr>
            <p:cNvPr id="26" name="실행 단추: 앞으로 또는 다음으로 이동 25">
              <a:hlinkClick r:id="" action="ppaction://hlinkshowjump?jump=nextslide" highlightClick="1"/>
              <a:extLst>
                <a:ext uri="{FF2B5EF4-FFF2-40B4-BE49-F238E27FC236}">
                  <a16:creationId xmlns:a16="http://schemas.microsoft.com/office/drawing/2014/main" id="{41936CF0-CA0A-474E-866A-80FEC465967C}"/>
                </a:ext>
              </a:extLst>
            </p:cNvPr>
            <p:cNvSpPr/>
            <p:nvPr/>
          </p:nvSpPr>
          <p:spPr>
            <a:xfrm rot="5400000">
              <a:off x="11338951" y="874134"/>
              <a:ext cx="146778" cy="164828"/>
            </a:xfrm>
            <a:prstGeom prst="actionButtonForwardNex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F2AE20B6-AB54-45F1-A54B-99E3A3CD9998}"/>
              </a:ext>
            </a:extLst>
          </p:cNvPr>
          <p:cNvGrpSpPr/>
          <p:nvPr/>
        </p:nvGrpSpPr>
        <p:grpSpPr>
          <a:xfrm>
            <a:off x="9940666" y="3200401"/>
            <a:ext cx="1605106" cy="246221"/>
            <a:chOff x="9940666" y="833437"/>
            <a:chExt cx="1605106" cy="24622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928BDBB-5246-482E-94CB-46B7E6CF3B50}"/>
                </a:ext>
              </a:extLst>
            </p:cNvPr>
            <p:cNvSpPr txBox="1"/>
            <p:nvPr/>
          </p:nvSpPr>
          <p:spPr>
            <a:xfrm>
              <a:off x="9940666" y="833437"/>
              <a:ext cx="1605106" cy="246221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000" dirty="0"/>
                <a:t>SNS	</a:t>
              </a:r>
              <a:endParaRPr lang="ko-KR" altLang="en-US" sz="1000" dirty="0"/>
            </a:p>
          </p:txBody>
        </p:sp>
        <p:sp>
          <p:nvSpPr>
            <p:cNvPr id="29" name="실행 단추: 앞으로 또는 다음으로 이동 28">
              <a:hlinkClick r:id="" action="ppaction://hlinkshowjump?jump=nextslide" highlightClick="1"/>
              <a:extLst>
                <a:ext uri="{FF2B5EF4-FFF2-40B4-BE49-F238E27FC236}">
                  <a16:creationId xmlns:a16="http://schemas.microsoft.com/office/drawing/2014/main" id="{14A951D8-A989-4C3A-A096-21AFCC2E61E3}"/>
                </a:ext>
              </a:extLst>
            </p:cNvPr>
            <p:cNvSpPr/>
            <p:nvPr/>
          </p:nvSpPr>
          <p:spPr>
            <a:xfrm rot="5400000">
              <a:off x="11338951" y="874134"/>
              <a:ext cx="146778" cy="164828"/>
            </a:xfrm>
            <a:prstGeom prst="actionButtonForwardNex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0E155929-E771-46CD-BBE8-2CA5CCDF63A2}"/>
              </a:ext>
            </a:extLst>
          </p:cNvPr>
          <p:cNvSpPr txBox="1"/>
          <p:nvPr/>
        </p:nvSpPr>
        <p:spPr>
          <a:xfrm>
            <a:off x="9893572" y="1126011"/>
            <a:ext cx="1573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쿠키런의</a:t>
            </a:r>
            <a:r>
              <a:rPr lang="ko-KR" altLang="en-US" sz="1000" dirty="0"/>
              <a:t> 시초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8F07F5-FF71-4C77-A3B3-1D309E99CD83}"/>
              </a:ext>
            </a:extLst>
          </p:cNvPr>
          <p:cNvSpPr txBox="1"/>
          <p:nvPr/>
        </p:nvSpPr>
        <p:spPr>
          <a:xfrm>
            <a:off x="9893572" y="1372232"/>
            <a:ext cx="1573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쿠키런의</a:t>
            </a:r>
            <a:r>
              <a:rPr lang="ko-KR" altLang="en-US" sz="1000" dirty="0"/>
              <a:t> 로그라인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E017EC-434B-4C5D-98E7-CE48A69BF183}"/>
              </a:ext>
            </a:extLst>
          </p:cNvPr>
          <p:cNvSpPr txBox="1"/>
          <p:nvPr/>
        </p:nvSpPr>
        <p:spPr>
          <a:xfrm>
            <a:off x="9893572" y="2028212"/>
            <a:ext cx="1573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샌드아트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ko-KR" altLang="en-US" sz="1000" dirty="0"/>
              <a:t>나전칠기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8662F8-1D8B-452B-A484-FB0FBC75050F}"/>
              </a:ext>
            </a:extLst>
          </p:cNvPr>
          <p:cNvSpPr txBox="1"/>
          <p:nvPr/>
        </p:nvSpPr>
        <p:spPr>
          <a:xfrm>
            <a:off x="9893572" y="2274433"/>
            <a:ext cx="1573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분청사기 </a:t>
            </a:r>
            <a:r>
              <a:rPr lang="en-US" altLang="ko-KR" sz="1000" dirty="0"/>
              <a:t>/ </a:t>
            </a:r>
            <a:r>
              <a:rPr lang="ko-KR" altLang="en-US" sz="1000" dirty="0"/>
              <a:t>금박공예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FE220A-3879-4FAB-A27E-6DD6D67936CC}"/>
              </a:ext>
            </a:extLst>
          </p:cNvPr>
          <p:cNvSpPr txBox="1"/>
          <p:nvPr/>
        </p:nvSpPr>
        <p:spPr>
          <a:xfrm>
            <a:off x="9893572" y="2520654"/>
            <a:ext cx="1573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전통 탈 </a:t>
            </a:r>
            <a:r>
              <a:rPr lang="en-US" altLang="ko-KR" sz="1000" dirty="0"/>
              <a:t>/ </a:t>
            </a:r>
            <a:r>
              <a:rPr lang="ko-KR" altLang="en-US" sz="1000" dirty="0" err="1"/>
              <a:t>화각장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26C140-8EFF-4E25-BBDD-C1F26B380785}"/>
              </a:ext>
            </a:extLst>
          </p:cNvPr>
          <p:cNvSpPr txBox="1"/>
          <p:nvPr/>
        </p:nvSpPr>
        <p:spPr>
          <a:xfrm>
            <a:off x="9893572" y="2766875"/>
            <a:ext cx="1573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낙화장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ko-KR" altLang="en-US" sz="1000" dirty="0"/>
              <a:t>전통 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048CD1-3630-402B-911E-BADC33DE2FC6}"/>
              </a:ext>
            </a:extLst>
          </p:cNvPr>
          <p:cNvSpPr txBox="1"/>
          <p:nvPr/>
        </p:nvSpPr>
        <p:spPr>
          <a:xfrm>
            <a:off x="9893572" y="3510816"/>
            <a:ext cx="1573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YOUTUBE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90457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8BB4FF0-BC66-4FAD-9D74-E8B9765BE980}"/>
              </a:ext>
            </a:extLst>
          </p:cNvPr>
          <p:cNvSpPr/>
          <p:nvPr/>
        </p:nvSpPr>
        <p:spPr>
          <a:xfrm>
            <a:off x="341429" y="207996"/>
            <a:ext cx="2146681" cy="39637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r>
              <a:rPr lang="ko-KR" altLang="en-US" dirty="0"/>
              <a:t> 소개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025A941-810D-423B-BED9-56C44FDA44AD}"/>
              </a:ext>
            </a:extLst>
          </p:cNvPr>
          <p:cNvSpPr/>
          <p:nvPr/>
        </p:nvSpPr>
        <p:spPr>
          <a:xfrm>
            <a:off x="3084628" y="671083"/>
            <a:ext cx="5659077" cy="6086843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FF42D6-DDDC-4E81-84E9-23E2847AE9D0}"/>
              </a:ext>
            </a:extLst>
          </p:cNvPr>
          <p:cNvSpPr/>
          <p:nvPr/>
        </p:nvSpPr>
        <p:spPr>
          <a:xfrm>
            <a:off x="3457453" y="1036058"/>
            <a:ext cx="3198437" cy="218592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r>
              <a:rPr lang="ko-KR" altLang="en-US" dirty="0"/>
              <a:t> 플레이 영상</a:t>
            </a:r>
            <a:endParaRPr lang="en-US" altLang="ko-KR" dirty="0"/>
          </a:p>
          <a:p>
            <a:pPr algn="ctr"/>
            <a:r>
              <a:rPr lang="en-US" altLang="ko-KR" dirty="0"/>
              <a:t>&lt;</a:t>
            </a:r>
            <a:r>
              <a:rPr lang="en-US" altLang="ko-KR" dirty="0" err="1"/>
              <a:t>src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140E56-2B1D-4D61-B773-339BD3A8376B}"/>
              </a:ext>
            </a:extLst>
          </p:cNvPr>
          <p:cNvSpPr/>
          <p:nvPr/>
        </p:nvSpPr>
        <p:spPr>
          <a:xfrm>
            <a:off x="5172443" y="4076863"/>
            <a:ext cx="3129105" cy="218592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쿠키런의</a:t>
            </a:r>
            <a:r>
              <a:rPr lang="ko-KR" altLang="en-US" dirty="0"/>
              <a:t> 로그라인</a:t>
            </a:r>
            <a:endParaRPr lang="en-US" altLang="ko-KR" dirty="0"/>
          </a:p>
          <a:p>
            <a:pPr algn="ctr"/>
            <a:r>
              <a:rPr lang="en-US" altLang="ko-KR" dirty="0"/>
              <a:t>&lt;</a:t>
            </a:r>
            <a:r>
              <a:rPr lang="en-US" altLang="ko-KR" dirty="0" err="1"/>
              <a:t>src</a:t>
            </a:r>
            <a:r>
              <a:rPr lang="en-US" altLang="ko-KR" dirty="0"/>
              <a:t>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F3F9D5-2E36-4559-9329-CFD12A5E1984}"/>
              </a:ext>
            </a:extLst>
          </p:cNvPr>
          <p:cNvSpPr txBox="1"/>
          <p:nvPr/>
        </p:nvSpPr>
        <p:spPr>
          <a:xfrm>
            <a:off x="3622280" y="3429000"/>
            <a:ext cx="42815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- </a:t>
            </a:r>
            <a:r>
              <a:rPr lang="ko-KR" altLang="en-US" sz="1000" dirty="0" err="1"/>
              <a:t>쿠키런이</a:t>
            </a:r>
            <a:r>
              <a:rPr lang="ko-KR" altLang="en-US" sz="1000" dirty="0"/>
              <a:t> 시작하게 된 계기 설명 </a:t>
            </a:r>
            <a:r>
              <a:rPr lang="en-US" altLang="ko-KR" sz="1000" dirty="0"/>
              <a:t>-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6A1C15-1CA8-496E-8F75-193FBAD60F96}"/>
              </a:ext>
            </a:extLst>
          </p:cNvPr>
          <p:cNvSpPr txBox="1"/>
          <p:nvPr/>
        </p:nvSpPr>
        <p:spPr>
          <a:xfrm>
            <a:off x="3622280" y="6388921"/>
            <a:ext cx="42815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dirty="0" err="1"/>
              <a:t>쿠키런의</a:t>
            </a:r>
            <a:r>
              <a:rPr lang="ko-KR" altLang="en-US" sz="1000" dirty="0"/>
              <a:t> 전반적인 스토리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9DD0888-67CC-4523-8B52-1E42DC636253}"/>
              </a:ext>
            </a:extLst>
          </p:cNvPr>
          <p:cNvSpPr/>
          <p:nvPr/>
        </p:nvSpPr>
        <p:spPr>
          <a:xfrm>
            <a:off x="6785397" y="1036058"/>
            <a:ext cx="1516151" cy="21859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r>
              <a:rPr lang="ko-KR" altLang="en-US" dirty="0"/>
              <a:t> 시트</a:t>
            </a:r>
            <a:endParaRPr lang="en-US" altLang="ko-KR" dirty="0"/>
          </a:p>
          <a:p>
            <a:pPr algn="ctr"/>
            <a:r>
              <a:rPr lang="en-US" altLang="ko-KR" dirty="0"/>
              <a:t>&lt;</a:t>
            </a:r>
            <a:r>
              <a:rPr lang="en-US" altLang="ko-KR" dirty="0" err="1"/>
              <a:t>img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A7420CC-3ACB-4FFF-AA75-F98643F2CB20}"/>
              </a:ext>
            </a:extLst>
          </p:cNvPr>
          <p:cNvSpPr/>
          <p:nvPr/>
        </p:nvSpPr>
        <p:spPr>
          <a:xfrm>
            <a:off x="3457453" y="4076863"/>
            <a:ext cx="1516151" cy="21859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r>
              <a:rPr lang="ko-KR" altLang="en-US" dirty="0"/>
              <a:t> 시트</a:t>
            </a:r>
            <a:endParaRPr lang="en-US" altLang="ko-KR" dirty="0"/>
          </a:p>
          <a:p>
            <a:pPr algn="ctr"/>
            <a:r>
              <a:rPr lang="en-US" altLang="ko-KR" dirty="0"/>
              <a:t>&lt;</a:t>
            </a:r>
            <a:r>
              <a:rPr lang="en-US" altLang="ko-KR" dirty="0" err="1"/>
              <a:t>img</a:t>
            </a:r>
            <a:r>
              <a:rPr lang="en-US" altLang="ko-KR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8758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166</Words>
  <Application>Microsoft Office PowerPoint</Application>
  <PresentationFormat>와이드스크린</PresentationFormat>
  <Paragraphs>76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9</cp:revision>
  <dcterms:created xsi:type="dcterms:W3CDTF">2025-10-28T06:39:41Z</dcterms:created>
  <dcterms:modified xsi:type="dcterms:W3CDTF">2025-11-05T04:54:59Z</dcterms:modified>
</cp:coreProperties>
</file>